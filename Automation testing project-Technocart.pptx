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7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8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9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3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5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0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3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8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4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8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74382-A44A-496C-ABCE-0C35F9CBF7B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1791E-F94B-4AE0-A417-34BE3F2A1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0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en-US" u="sng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 Testing Automation for e-commerce site </a:t>
            </a:r>
            <a:r>
              <a:rPr lang="en-US" u="sng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u="sng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echnocart</a:t>
            </a:r>
            <a:endParaRPr lang="en-US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2418" y="5943600"/>
            <a:ext cx="6400800" cy="6858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                                  By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Kavya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Mukundan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21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chemeClr val="accent6">
                    <a:lumMod val="75000"/>
                  </a:schemeClr>
                </a:solidFill>
              </a:rPr>
              <a:t> About </a:t>
            </a:r>
            <a:r>
              <a:rPr lang="en-US" u="sng" dirty="0" err="1" smtClean="0">
                <a:solidFill>
                  <a:schemeClr val="accent6">
                    <a:lumMod val="75000"/>
                  </a:schemeClr>
                </a:solidFill>
              </a:rPr>
              <a:t>Technocart</a:t>
            </a:r>
            <a:endParaRPr lang="en-US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This is an e-commerce that provides industrial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machines,accessories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including tapping machines, hand tools etc…</a:t>
            </a:r>
          </a:p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It is used to buy all types of high-quality industrial goods at competitive prices.</a:t>
            </a:r>
          </a:p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It offers all the usual e-commerce pages including registration, login and end-to-end user flow with lower security compared to other sites therefore making it ideal for automation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44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</a:t>
            </a:r>
            <a:endParaRPr lang="en-US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The primary goal of this project was to automate the functional testing of the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</a:rPr>
              <a:t>Technocart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 e-commerce web application. </a:t>
            </a:r>
            <a:endParaRPr lang="en-US" sz="2800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</a:rPr>
              <a:t>This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ensured a seamless and reliable shopping experience for end users by validating critical workflows such as user registration, login, product search, cart management, and the checkout process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7015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u="sng" dirty="0">
                <a:solidFill>
                  <a:schemeClr val="accent6">
                    <a:lumMod val="75000"/>
                  </a:schemeClr>
                </a:solidFill>
              </a:rPr>
              <a:t>Technical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 Details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u="sng" dirty="0">
                <a:solidFill>
                  <a:schemeClr val="accent6">
                    <a:lumMod val="75000"/>
                  </a:schemeClr>
                </a:solidFill>
              </a:rPr>
            </a:br>
            <a:endParaRPr lang="en-US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Tools and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Technologies :</a:t>
            </a:r>
          </a:p>
          <a:p>
            <a:pPr marL="0" lvl="0" indent="0">
              <a:buNone/>
            </a:pPr>
            <a:endParaRPr lang="en-US" b="1" dirty="0" smtClean="0"/>
          </a:p>
          <a:p>
            <a:pPr marL="457200" lvl="1" indent="0" algn="just">
              <a:buNone/>
            </a:pPr>
            <a:r>
              <a:rPr lang="en-US" sz="3200" dirty="0" smtClean="0">
                <a:solidFill>
                  <a:schemeClr val="accent2">
                    <a:lumMod val="50000"/>
                  </a:schemeClr>
                </a:solidFill>
              </a:rPr>
              <a:t>-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Selenium </a:t>
            </a:r>
            <a:r>
              <a:rPr lang="en-US" sz="3200" b="1" dirty="0" err="1">
                <a:solidFill>
                  <a:schemeClr val="accent2">
                    <a:lumMod val="50000"/>
                  </a:schemeClr>
                </a:solidFill>
              </a:rPr>
              <a:t>WebDriver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: Used for automating browser interactions and simulating real user actions on the </a:t>
            </a:r>
            <a:r>
              <a:rPr lang="en-US" sz="3200" dirty="0" err="1">
                <a:solidFill>
                  <a:schemeClr val="accent2">
                    <a:lumMod val="50000"/>
                  </a:schemeClr>
                </a:solidFill>
              </a:rPr>
              <a:t>Technocart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 web interface.</a:t>
            </a:r>
          </a:p>
          <a:p>
            <a:pPr marL="457200" lvl="1" indent="0" algn="just">
              <a:buNone/>
            </a:pP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-Java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: Primary programming language used for writing all automation scripts and test logic.</a:t>
            </a:r>
          </a:p>
          <a:p>
            <a:pPr marL="457200" lvl="1" indent="0" algn="just">
              <a:buNone/>
            </a:pP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-</a:t>
            </a:r>
            <a:r>
              <a:rPr lang="en-US" sz="3200" b="1" dirty="0" err="1" smtClean="0">
                <a:solidFill>
                  <a:schemeClr val="accent2">
                    <a:lumMod val="50000"/>
                  </a:schemeClr>
                </a:solidFill>
              </a:rPr>
              <a:t>TestNG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: Utilized for organizing, managing, and executing test cases, as well as generating detailed test </a:t>
            </a:r>
            <a:r>
              <a:rPr lang="en-US" sz="3200" dirty="0" smtClean="0">
                <a:solidFill>
                  <a:schemeClr val="accent2">
                    <a:lumMod val="50000"/>
                  </a:schemeClr>
                </a:solidFill>
              </a:rPr>
              <a:t>reports.</a:t>
            </a:r>
          </a:p>
          <a:p>
            <a:pPr marL="457200" lvl="1" indent="0" algn="just">
              <a:buNone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-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Maven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: Managed project dependencies and automated the build process efficiently.</a:t>
            </a:r>
          </a:p>
          <a:p>
            <a:pPr marL="457200" lvl="1" indent="0" algn="just">
              <a:buNone/>
            </a:pPr>
            <a:r>
              <a:rPr lang="en-US" sz="2800" dirty="0" smtClean="0"/>
              <a:t>      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67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95999"/>
          </a:xfrm>
        </p:spPr>
        <p:txBody>
          <a:bodyPr/>
          <a:lstStyle/>
          <a:p>
            <a:pPr lvl="0"/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Framework: </a:t>
            </a:r>
          </a:p>
          <a:p>
            <a:pPr marL="0" lvl="0" indent="0">
              <a:buNone/>
            </a:pP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</a:rPr>
              <a:t>Developed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the automation suite using the Page Object Model (POM) design pattern to ensure clean, maintainable, and reusable code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 marL="0" lvl="0" indent="0" algn="just">
              <a:buNone/>
            </a:pP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-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Page Object Model (POM)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endParaRPr lang="en-US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r>
              <a:rPr lang="en-US" sz="2600" b="1" dirty="0" smtClean="0">
                <a:solidFill>
                  <a:schemeClr val="accent2">
                    <a:lumMod val="50000"/>
                  </a:schemeClr>
                </a:solidFill>
              </a:rPr>
              <a:t>*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</a:rPr>
              <a:t>Provided </a:t>
            </a:r>
            <a:r>
              <a:rPr lang="en-US" sz="2600" dirty="0">
                <a:solidFill>
                  <a:schemeClr val="accent2">
                    <a:lumMod val="50000"/>
                  </a:schemeClr>
                </a:solidFill>
              </a:rPr>
              <a:t>a clear separation between test logic and page-specific UI interactions, making the scripts easy to maintain and scale as the application evolves.</a:t>
            </a:r>
            <a:r>
              <a:rPr lang="en-US" sz="2600" b="1" dirty="0" smtClean="0">
                <a:solidFill>
                  <a:schemeClr val="accent2">
                    <a:lumMod val="50000"/>
                  </a:schemeClr>
                </a:solidFill>
              </a:rPr>
              <a:t>      </a:t>
            </a:r>
          </a:p>
          <a:p>
            <a:pPr marL="0" lvl="0" indent="0" algn="just">
              <a:buNone/>
            </a:pPr>
            <a:r>
              <a:rPr lang="en-US" sz="2600" b="1" dirty="0" smtClean="0">
                <a:solidFill>
                  <a:schemeClr val="accent2">
                    <a:lumMod val="50000"/>
                  </a:schemeClr>
                </a:solidFill>
              </a:rPr>
              <a:t>*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</a:rPr>
              <a:t>Data driven was  testing was included in another 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</a:rPr>
              <a:t>package called </a:t>
            </a:r>
            <a:r>
              <a:rPr lang="en-US" sz="2600" dirty="0" err="1" smtClean="0">
                <a:solidFill>
                  <a:schemeClr val="accent2">
                    <a:lumMod val="50000"/>
                  </a:schemeClr>
                </a:solidFill>
              </a:rPr>
              <a:t>excelutils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 marL="0" lvl="0" indent="0" algn="just">
              <a:buNone/>
            </a:pPr>
            <a:r>
              <a:rPr lang="en-US" sz="2600" b="1" dirty="0" smtClean="0">
                <a:solidFill>
                  <a:schemeClr val="accent2">
                    <a:lumMod val="50000"/>
                  </a:schemeClr>
                </a:solidFill>
              </a:rPr>
              <a:t>*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</a:rPr>
              <a:t>Reporting was also added in the project using extent reports</a:t>
            </a:r>
          </a:p>
          <a:p>
            <a:pPr marL="0" lvl="0" indent="0" algn="just">
              <a:buNone/>
            </a:pPr>
            <a:endParaRPr lang="en-US" sz="26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7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Project Structure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u="sng" dirty="0">
                <a:solidFill>
                  <a:schemeClr val="accent6">
                    <a:lumMod val="75000"/>
                  </a:schemeClr>
                </a:solidFill>
              </a:rPr>
            </a:br>
            <a:endParaRPr lang="en-US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The project was structured into well-defined packages for clarity and manageability:</a:t>
            </a:r>
          </a:p>
          <a:p>
            <a:pPr lvl="1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Pages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Contained all page classes representing individual web pages of the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Technocart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application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 It includes locating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webelements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and methods performed.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Tests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Included test classes where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all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test cases were written and executed.</a:t>
            </a:r>
          </a:p>
          <a:p>
            <a:pPr lvl="1"/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Utils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Provided reusable utility functions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such as data driven</a:t>
            </a:r>
          </a:p>
          <a:p>
            <a:pPr lvl="1"/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Base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: Included all the basic actions like browser and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url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loading, object creation etc…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2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Automated Functionalities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u="sng" dirty="0">
                <a:solidFill>
                  <a:schemeClr val="accent6">
                    <a:lumMod val="75000"/>
                  </a:schemeClr>
                </a:solidFill>
              </a:rPr>
            </a:br>
            <a:endParaRPr lang="en-US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35563"/>
          </a:xfrm>
        </p:spPr>
        <p:txBody>
          <a:bodyPr>
            <a:normAutofit lnSpcReduction="10000"/>
          </a:bodyPr>
          <a:lstStyle/>
          <a:p>
            <a:pPr lvl="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User Registration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Automated the complete new user registration flow on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Technocart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 including form filling, validation checks, and successful account creation.</a:t>
            </a:r>
          </a:p>
          <a:p>
            <a:pPr lvl="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Login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Covered multiple login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scenarios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including valid credentials, invalid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credentials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using data driven testing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lvl="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Product Search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Automated product search functionality by entering keywords and verifying relevant results are displayed correctly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21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Add to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Wishlist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: Products were searched and added to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wishlist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 Then the flow is navigated to the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wishlist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and removed the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product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from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wishlist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lvl="0"/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Add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Cart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Validated the end-to-end process of adding products to the shopping cart and verifying cart contents and quantity updates.</a:t>
            </a:r>
          </a:p>
          <a:p>
            <a:pPr lvl="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Checkout Process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Automated the full checkout workflow from cart review to order placement, ensuring all steps execute without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6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Challenges and Solutions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u="sng" dirty="0">
                <a:solidFill>
                  <a:schemeClr val="accent6">
                    <a:lumMod val="75000"/>
                  </a:schemeClr>
                </a:solidFill>
              </a:rPr>
            </a:br>
            <a:endParaRPr lang="en-US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Challenge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The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Technocart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application contained several dynamic web elements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as well the normal elements itself were difficult to locate</a:t>
            </a:r>
          </a:p>
          <a:p>
            <a:pPr lvl="0"/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Solution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Implemented robust and flexible locator strategies such as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XPath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and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CSS. The elements were manually located using parent – to-child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xpath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method.</a:t>
            </a:r>
          </a:p>
          <a:p>
            <a:pPr lvl="0"/>
            <a:r>
              <a:rPr lang="en-US" b="1" dirty="0" err="1" smtClean="0">
                <a:solidFill>
                  <a:schemeClr val="accent6">
                    <a:lumMod val="50000"/>
                  </a:schemeClr>
                </a:solidFill>
              </a:rPr>
              <a:t>Challenge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:The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registration requires an image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captcha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verification to be successful.</a:t>
            </a:r>
          </a:p>
          <a:p>
            <a:pPr lvl="0"/>
            <a:r>
              <a:rPr lang="en-US" b="1" dirty="0" err="1" smtClean="0">
                <a:solidFill>
                  <a:schemeClr val="accent6">
                    <a:lumMod val="50000"/>
                  </a:schemeClr>
                </a:solidFill>
              </a:rPr>
              <a:t>Solution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:Since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it is not possible to automate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captcha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especially image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captcha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only filling of details is done in registration page.</a:t>
            </a:r>
          </a:p>
          <a:p>
            <a:pPr lvl="0"/>
            <a:r>
              <a:rPr lang="en-US" b="1" dirty="0" err="1" smtClean="0">
                <a:solidFill>
                  <a:schemeClr val="accent6">
                    <a:lumMod val="50000"/>
                  </a:schemeClr>
                </a:solidFill>
              </a:rPr>
              <a:t>Challenge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:The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data driven login shows an alert pop-up asking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Verify its you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which cannot be automated. It does not appear when the details are manually filled and only appears when they are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autofilled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 lvl="0"/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Solution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: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Tried handling it using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chromeoptions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and disabling notifications but it </a:t>
            </a:r>
            <a:r>
              <a:rPr lang="en-US" smtClean="0">
                <a:solidFill>
                  <a:schemeClr val="accent2">
                    <a:lumMod val="50000"/>
                  </a:schemeClr>
                </a:solidFill>
              </a:rPr>
              <a:t>was </a:t>
            </a:r>
            <a:r>
              <a:rPr lang="en-US" smtClean="0">
                <a:solidFill>
                  <a:schemeClr val="accent2">
                    <a:lumMod val="50000"/>
                  </a:schemeClr>
                </a:solidFill>
              </a:rPr>
              <a:t>not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handled still. Therefore when the alert pops-up it is manually closed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inorder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for the automation to continue.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57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Results</a:t>
            </a:r>
            <a:endParaRPr lang="en-US" u="sng" dirty="0">
              <a:solidFill>
                <a:schemeClr val="accent6">
                  <a:lumMod val="75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Achieved significant improvements in testing speed and accuracy by automating repetitive functional test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cases.</a:t>
            </a:r>
          </a:p>
          <a:p>
            <a:pPr lvl="0"/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Found out the smooth end-to-end flow the application.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Enhanced test coverage across key e-commerce workflows, leading to a more stable and user-friendly platform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 lvl="0"/>
            <a:endParaRPr lang="en-US" dirty="0"/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u="sng" dirty="0" smtClean="0">
                <a:solidFill>
                  <a:schemeClr val="accent6">
                    <a:lumMod val="75000"/>
                  </a:schemeClr>
                </a:solidFill>
              </a:rPr>
              <a:t>Conclusion</a:t>
            </a:r>
            <a:endParaRPr lang="en-US" u="sng" dirty="0">
              <a:solidFill>
                <a:schemeClr val="accent6">
                  <a:lumMod val="75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This project significantly strengthened my skills in Selenium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WebDriver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 Java, and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TestNG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while providing hands-on experience in building a scalable automation framework for a real-world e-commerce application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 lvl="0"/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It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also deepened my understanding of POM design patterns and best practices in functional test automation.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30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738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Functional Testing Automation for e-commerce site Technocart</vt:lpstr>
      <vt:lpstr> About Technocart</vt:lpstr>
      <vt:lpstr>Purpose</vt:lpstr>
      <vt:lpstr>Technical Details </vt:lpstr>
      <vt:lpstr>PowerPoint Presentation</vt:lpstr>
      <vt:lpstr>Project Structure </vt:lpstr>
      <vt:lpstr>Automated Functionalities </vt:lpstr>
      <vt:lpstr>PowerPoint Presentation</vt:lpstr>
      <vt:lpstr>Challenges and Solutions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Testing Automation for e-commerce site Technocart</dc:title>
  <dc:creator>HOME</dc:creator>
  <cp:lastModifiedBy>HOME</cp:lastModifiedBy>
  <cp:revision>12</cp:revision>
  <dcterms:created xsi:type="dcterms:W3CDTF">2026-05-04T12:39:26Z</dcterms:created>
  <dcterms:modified xsi:type="dcterms:W3CDTF">2026-05-05T08:40:03Z</dcterms:modified>
</cp:coreProperties>
</file>